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UN KUMAR REDDY CHALAMALA" userId="96c16c920d4defa6" providerId="LiveId" clId="{204C10A9-E9B1-4FE0-AE1E-F28ECF4C025C}"/>
    <pc:docChg chg="addSld delSld modSld">
      <pc:chgData name="THARUN KUMAR REDDY CHALAMALA" userId="96c16c920d4defa6" providerId="LiveId" clId="{204C10A9-E9B1-4FE0-AE1E-F28ECF4C025C}" dt="2025-07-29T18:46:08.848" v="11" actId="47"/>
      <pc:docMkLst>
        <pc:docMk/>
      </pc:docMkLst>
      <pc:sldChg chg="modSp mod">
        <pc:chgData name="THARUN KUMAR REDDY CHALAMALA" userId="96c16c920d4defa6" providerId="LiveId" clId="{204C10A9-E9B1-4FE0-AE1E-F28ECF4C025C}" dt="2025-07-29T18:44:37.436" v="3" actId="20577"/>
        <pc:sldMkLst>
          <pc:docMk/>
          <pc:sldMk cId="0" sldId="256"/>
        </pc:sldMkLst>
        <pc:spChg chg="mod">
          <ac:chgData name="THARUN KUMAR REDDY CHALAMALA" userId="96c16c920d4defa6" providerId="LiveId" clId="{204C10A9-E9B1-4FE0-AE1E-F28ECF4C025C}" dt="2025-07-29T18:44:37.436" v="3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new del mod">
        <pc:chgData name="THARUN KUMAR REDDY CHALAMALA" userId="96c16c920d4defa6" providerId="LiveId" clId="{204C10A9-E9B1-4FE0-AE1E-F28ECF4C025C}" dt="2025-07-29T18:46:08.848" v="11" actId="47"/>
        <pc:sldMkLst>
          <pc:docMk/>
          <pc:sldMk cId="1324439449" sldId="269"/>
        </pc:sldMkLst>
        <pc:spChg chg="mod">
          <ac:chgData name="THARUN KUMAR REDDY CHALAMALA" userId="96c16c920d4defa6" providerId="LiveId" clId="{204C10A9-E9B1-4FE0-AE1E-F28ECF4C025C}" dt="2025-07-29T18:45:09.852" v="10" actId="20577"/>
          <ac:spMkLst>
            <pc:docMk/>
            <pc:sldMk cId="1324439449" sldId="269"/>
            <ac:spMk id="2" creationId="{EB863E78-7C8D-8087-B167-D43E34ECD1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Crop_AI – Crop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solidFill>
                <a:srgbClr val="333333"/>
              </a:solidFill>
            </a:endParaRPr>
          </a:p>
          <a:p>
            <a:r>
              <a:rPr dirty="0">
                <a:solidFill>
                  <a:srgbClr val="333333"/>
                </a:solidFill>
              </a:rPr>
              <a:t>Tharun Kumar Reddy </a:t>
            </a:r>
            <a:r>
              <a:rPr dirty="0" err="1">
                <a:solidFill>
                  <a:srgbClr val="333333"/>
                </a:solidFill>
              </a:rPr>
              <a:t>Chalamala</a:t>
            </a:r>
            <a:endParaRPr dirty="0">
              <a:solidFill>
                <a:srgbClr val="333333"/>
              </a:solidFill>
            </a:endParaRPr>
          </a:p>
          <a:p>
            <a:r>
              <a:rPr dirty="0">
                <a:solidFill>
                  <a:srgbClr val="333333"/>
                </a:solidFill>
              </a:rPr>
              <a:t>Platform: IBM Watsonx.ai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</a:rPr>
              <a:t>- Farmers face challenges choosing the right crop for their soil and climate.</a:t>
            </a:r>
          </a:p>
          <a:p>
            <a:r>
              <a:rPr>
                <a:solidFill>
                  <a:srgbClr val="333333"/>
                </a:solidFill>
              </a:rPr>
              <a:t>- Wrong decisions lead to poor yield and financial losses.</a:t>
            </a:r>
          </a:p>
          <a:p>
            <a:r>
              <a:rPr>
                <a:solidFill>
                  <a:srgbClr val="333333"/>
                </a:solidFill>
              </a:rPr>
              <a:t>- Need for a data-driven solution to enhance agricultural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</a:rPr>
              <a:t>- Crop_AI is a smart crop recommendation system.</a:t>
            </a:r>
          </a:p>
          <a:p>
            <a:r>
              <a:rPr>
                <a:solidFill>
                  <a:srgbClr val="333333"/>
                </a:solidFill>
              </a:rPr>
              <a:t>- Utilizes machine learning (Random Forest Classifier).</a:t>
            </a:r>
          </a:p>
          <a:p>
            <a:r>
              <a:rPr>
                <a:solidFill>
                  <a:srgbClr val="333333"/>
                </a:solidFill>
              </a:rPr>
              <a:t>- Predicts optimal crop based on soil and climate inputs.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Data &amp;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</a:rPr>
              <a:t>- Parameters: Nitrogen (N), Phosphorus (P), Potassium (K), Temperature, Humidity, pH, Rainfall.</a:t>
            </a:r>
          </a:p>
          <a:p>
            <a:r>
              <a:rPr>
                <a:solidFill>
                  <a:srgbClr val="333333"/>
                </a:solidFill>
              </a:rPr>
              <a:t>- Preprocessing and normalization applied.</a:t>
            </a:r>
          </a:p>
          <a:p>
            <a:r>
              <a:rPr>
                <a:solidFill>
                  <a:srgbClr val="333333"/>
                </a:solidFill>
              </a:rPr>
              <a:t>- Model trained using Random Forest Classifier with multiclass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IBM Watsonx.ai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</a:rPr>
              <a:t>- Model developed in Watsonx.ai Studio.</a:t>
            </a:r>
          </a:p>
          <a:p>
            <a:r>
              <a:rPr>
                <a:solidFill>
                  <a:srgbClr val="333333"/>
                </a:solidFill>
              </a:rPr>
              <a:t>- Deployed using IBM Cloud Machine Learning.</a:t>
            </a:r>
          </a:p>
          <a:p>
            <a:r>
              <a:rPr>
                <a:solidFill>
                  <a:srgbClr val="333333"/>
                </a:solidFill>
              </a:rPr>
              <a:t>- Accessed via REST API and test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Results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</a:rPr>
              <a:t>- Sample Input:</a:t>
            </a:r>
          </a:p>
          <a:p>
            <a:r>
              <a:rPr>
                <a:solidFill>
                  <a:srgbClr val="333333"/>
                </a:solidFill>
              </a:rPr>
              <a:t>  N=94, P=50, K=37, Temp=25.66°C, Humidity=80.66%, pH=6.94, Rainfall=209.58mm</a:t>
            </a:r>
          </a:p>
          <a:p>
            <a:r>
              <a:rPr>
                <a:solidFill>
                  <a:srgbClr val="333333"/>
                </a:solidFill>
              </a:rPr>
              <a:t>- Predicted Crop: Rice</a:t>
            </a:r>
          </a:p>
          <a:p>
            <a:r>
              <a:rPr>
                <a:solidFill>
                  <a:srgbClr val="333333"/>
                </a:solidFill>
              </a:rPr>
              <a:t>- Confidence: 83%</a:t>
            </a:r>
          </a:p>
          <a:p>
            <a:endParaRPr>
              <a:solidFill>
                <a:srgbClr val="333333"/>
              </a:solidFill>
            </a:endParaRPr>
          </a:p>
          <a:p>
            <a:r>
              <a:rPr>
                <a:solidFill>
                  <a:srgbClr val="333333"/>
                </a:solidFill>
              </a:rPr>
              <a:t>Screenshots included in next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33333"/>
                </a:solidFill>
              </a:rPr>
              <a:t>- Helps farmers make informed crop decisions.</a:t>
            </a:r>
          </a:p>
          <a:p>
            <a:r>
              <a:rPr>
                <a:solidFill>
                  <a:srgbClr val="333333"/>
                </a:solidFill>
              </a:rPr>
              <a:t>- Enhances yield, reduces crop failure.</a:t>
            </a:r>
          </a:p>
          <a:p>
            <a:r>
              <a:rPr>
                <a:solidFill>
                  <a:srgbClr val="333333"/>
                </a:solidFill>
              </a:rPr>
              <a:t>- Future: Add weather forecasts, geolocation, real-time sensors.</a:t>
            </a:r>
          </a:p>
          <a:p>
            <a:r>
              <a:rPr>
                <a:solidFill>
                  <a:srgbClr val="333333"/>
                </a:solidFill>
              </a:rPr>
              <a:t>- Ready for integration with mobile or web platforms.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Deployment Overview</a:t>
            </a:r>
          </a:p>
        </p:txBody>
      </p:sp>
      <p:pic>
        <p:nvPicPr>
          <p:cNvPr id="3" name="Picture 2" descr="CE9A53EA-4EB4-462B-8805-7BAFDA98D05D_H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623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API Endpoints</a:t>
            </a:r>
          </a:p>
        </p:txBody>
      </p:sp>
      <p:pic>
        <p:nvPicPr>
          <p:cNvPr id="3" name="Picture 2" descr="33680219-C57D-4402-88EA-1E83C52FF5F7_H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76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Input Data Format</a:t>
            </a:r>
          </a:p>
        </p:txBody>
      </p:sp>
      <p:pic>
        <p:nvPicPr>
          <p:cNvPr id="3" name="Picture 2" descr="A1B8C2C8-81DD-4C37-97C6-8C83B68E798E_H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Sample Input Entry</a:t>
            </a:r>
          </a:p>
        </p:txBody>
      </p:sp>
      <p:pic>
        <p:nvPicPr>
          <p:cNvPr id="3" name="Picture 2" descr="02D7EF41-173C-43EB-BBB6-F99E9A966691_H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790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Prediction Output</a:t>
            </a:r>
          </a:p>
        </p:txBody>
      </p:sp>
      <p:pic>
        <p:nvPicPr>
          <p:cNvPr id="3" name="Picture 2" descr="115DC730-EF64-4BC4-B2C6-25435CBFE664_H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6600CC"/>
                </a:solidFill>
              </a:rPr>
              <a:t>Prediction with Input Shown</a:t>
            </a:r>
          </a:p>
        </p:txBody>
      </p:sp>
      <p:pic>
        <p:nvPicPr>
          <p:cNvPr id="3" name="Picture 2" descr="A6E3529D-E5E1-44BC-8996-8A2E120BE141_H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52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274</Words>
  <Application>Microsoft Office PowerPoint</Application>
  <PresentationFormat>On-screen Show (4:3)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Crop_AI – Crop Recommendation System</vt:lpstr>
      <vt:lpstr>Problem Statement</vt:lpstr>
      <vt:lpstr>Solution Overview</vt:lpstr>
      <vt:lpstr>Data &amp; Parameters</vt:lpstr>
      <vt:lpstr>IBM Watsonx.ai Workflow</vt:lpstr>
      <vt:lpstr>Results &amp; Demo</vt:lpstr>
      <vt:lpstr>Conclusion &amp; Future Scope</vt:lpstr>
      <vt:lpstr>Deployment Overview</vt:lpstr>
      <vt:lpstr>API Endpoints</vt:lpstr>
      <vt:lpstr>Input Data Format</vt:lpstr>
      <vt:lpstr>Sample Input Entry</vt:lpstr>
      <vt:lpstr>Prediction Output</vt:lpstr>
      <vt:lpstr>Prediction with Input Shown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THARUN KUMAR REDDY CHALAMALA</cp:lastModifiedBy>
  <cp:revision>1</cp:revision>
  <dcterms:created xsi:type="dcterms:W3CDTF">2013-01-27T09:14:16Z</dcterms:created>
  <dcterms:modified xsi:type="dcterms:W3CDTF">2025-07-29T18:46:13Z</dcterms:modified>
  <cp:category/>
</cp:coreProperties>
</file>